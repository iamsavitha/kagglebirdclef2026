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</a:rPr>
              <a:t>Acoustic Species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E36E21"/>
                </a:solidFill>
              </a:rPr>
              <a:t>in the Brazilian Pantanal — BirdCLEF+ 2026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FFFFFF"/>
                </a:solidFill>
              </a:rPr>
              <a:t>A Heterogeneous Rank-Average Ensemble — Final Public LB 0.932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FFFFFF"/>
                </a:solidFill>
              </a:rPr>
              <a:t>Savitha Vijayarangan  ·  github.com/RamananVr/KaggleBirdClef2026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 i="0">
                <a:solidFill>
                  <a:srgbClr val="0B2D5B"/>
                </a:solidFill>
              </a:rPr>
              <a:t>• Goal: identify which of 234 species (birds, amphibians, mammals, reptiles, insects) is calling in 5-second windows of 1-minute Pantanal soundscapes</a:t>
            </a:r>
          </a:p>
          <a:p>
            <a:pPr/>
            <a:r>
              <a:rPr sz="1800" b="0" i="0">
                <a:solidFill>
                  <a:srgbClr val="0B2D5B"/>
                </a:solidFill>
              </a:rPr>
              <a:t>• Real-world impact: passive acoustic monitoring at scale enables biodiversity tracking in remote, inaccessible wetlands threatened by climate, agriculture, fire</a:t>
            </a:r>
          </a:p>
          <a:p>
            <a:pPr/>
            <a:r>
              <a:rPr sz="1800" b="0" i="0">
                <a:solidFill>
                  <a:srgbClr val="0B2D5B"/>
                </a:solidFill>
              </a:rPr>
              <a:t>• Constraints: code competition — CPU only, no internet at submission time, ≤ 90 min runtime, hidden test data only mounted during scoring</a:t>
            </a:r>
          </a:p>
          <a:p>
            <a:pPr/>
            <a:r>
              <a:rPr sz="1800" b="0" i="0">
                <a:solidFill>
                  <a:srgbClr val="0B2D5B"/>
                </a:solidFill>
              </a:rPr>
              <a:t>• Evaluation: macro-averaged ROC-AUC over classes with at least one positive in hidden test</a:t>
            </a:r>
          </a:p>
          <a:p>
            <a:pPr/>
            <a:r>
              <a:rPr sz="1800" b="0" i="0">
                <a:solidFill>
                  <a:srgbClr val="0B2D5B"/>
                </a:solidFill>
              </a:rPr>
              <a:t>• Daily quota: 5 submissions per UTC day; up to 2 picks for final private-leaderboard judgment</a:t>
            </a:r>
          </a:p>
          <a:p>
            <a:pPr/>
            <a:r>
              <a:rPr sz="1800" b="0" i="0">
                <a:solidFill>
                  <a:srgbClr val="0B2D5B"/>
                </a:solidFill>
              </a:rPr>
              <a:t>• Our best public LB: 0.932 — top of leaderboard 0.956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2.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 i="0">
                <a:solidFill>
                  <a:srgbClr val="0B2D5B"/>
                </a:solidFill>
              </a:rPr>
              <a:t>• Foundation models for bioacoustics — Google Perch v2 (Cornell + Google) trained on a global bird-vocalization corpus; produces logits + 1536-d embeddings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→ Used as our strongest single branch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Distilled Sound Event Detection ensembles — multi-fold mel-spec models compressed to ONNX for CPU code-comp deployment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→ Tucker Arrants public 5-fold ensemble (CC-licensed)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Sequence modeling over Perch embeddings — selective state-space + cross-attention + KD (the public 0.943 architecture)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→ We attempted a stripped-down bi-LSTM variant — see Section 6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Rank-average ensembling — robust to scale mismatch across heterogeneous models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Post-processing — file-level rank-aware scaling and delta-shift smoothing (cited as 2025 Rank-1/3 techniques)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3.1 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27017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train_audio/ (Xeno-Canto + iNaturalist)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35,549 OGGs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Foreground species clips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train_soundscapes/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10,658 OGGs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1-min Pantanal recordings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train_soundscapes_labels.csv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1,478 segments / 66 files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Expert annotations (5-s segments)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test_soundscapes/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~600 OGGs (hidden)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Mounted only at scoring re-run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taxonomy.csv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234 classes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Maps primary_label → scientific name + class_name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sample_submission.csv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235 columns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row_id + 234 species probabilities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3.2 Data Cleansing, Validation &amp; Class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 i="0">
                <a:solidFill>
                  <a:srgbClr val="0B2D5B"/>
                </a:solidFill>
              </a:rPr>
              <a:t>• Audio loaded with `soundfile` (libsndfile-backed) — avoids the recent torchaudio→torchcodec dependency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Mean-pool stereo to mono; resample to 32 kHz (already in source); pad/truncate to 60 s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NaN-safe mel-spectrogram with ε before dB conversion to keep silent inputs finite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Critical join: 234 target classes × Perch's vocabulary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203 / 234 classes (87%) have a direct match by scientific_name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3 classes get a genus-level proxy (max-pool over same-genus Perch entries)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**28 classes (12%) have no Perch match — insect sonotypes like 47158son16**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→ This single observation drove our multi-branch design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Validation: 5-fold stratified CV on XC+iNat; soundscape labels held out per-fold; LB-only feedback for post-processing knobs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3.3 Data Transformation &amp;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 b="0" i="0">
                <a:solidFill>
                  <a:srgbClr val="0B2D5B"/>
                </a:solidFill>
              </a:rPr>
              <a:t>→ ONNX inference returns 'label' + 'embedding'</a:t>
            </a:r>
          </a:p>
          <a:p>
            <a:pPr/>
            <a:r>
              <a:rPr sz="1800" b="1" i="0">
                <a:solidFill>
                  <a:srgbClr val="0B2D5B"/>
                </a:solidFill>
              </a:rPr>
              <a:t>Per-branch preprocessing: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Perch:  raw waveform [N, 160_000] @ 32 kHz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SED:  log-mel spec (256 mels, n_fft=2048, hop=512)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→ frame-level + clip-level outputs, sigmoid-averaged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EffNet:  log-mel spec (128 mels, hop=512)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→ per-sample standardize, SpecAugment in training</a:t>
            </a:r>
          </a:p>
          <a:p>
            <a:pPr/>
            <a:r>
              <a:rPr sz="1500" b="0" i="0">
                <a:solidFill>
                  <a:srgbClr val="E36E21"/>
                </a:solidFill>
              </a:rPr>
              <a:t>• Each branch produces a (12, 234) matrix per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solidFill>
            <a:srgbClr val="F6F7F9"/>
          </a:solidFill>
        </p:spPr>
        <p:txBody>
          <a:bodyPr wrap="square">
            <a:spAutoFit/>
          </a:bodyPr>
          <a:lstStyle/>
          <a:p>
            <a:pPr/>
            <a:r>
              <a:rPr sz="1000" b="0" i="0">
                <a:solidFill>
                  <a:srgbClr val="0B2D5B"/>
                </a:solidFill>
              </a:rPr>
              <a:t> </a:t>
            </a:r>
          </a:p>
          <a:p>
            <a:pPr/>
            <a:r>
              <a:rPr sz="1800" b="1" i="0">
                <a:solidFill>
                  <a:srgbClr val="0B2D5B"/>
                </a:solidFill>
              </a:rPr>
              <a:t>Class distribution (234 total):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Aves (birds)  ≈ 178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Insecta  ≈ 30 (sonotype IDs)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Amphibia  ≈ 20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Reptilia + Mammalia  ≈ 6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Per-(site, hour) prior buckets: 28 sites × 24 hours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Computed from labels CSV → fed to post-processing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4. Proposed Solution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500" b="0" i="0">
                <a:solidFill>
                  <a:srgbClr val="0B2D5B"/>
                </a:solidFill>
              </a:rPr>
              <a:t>(a) Perch v2 ONNX → logits + embeddings → mapped to 234 classes</a:t>
            </a:r>
          </a:p>
          <a:p>
            <a:pPr/>
            <a:r>
              <a:rPr sz="1800" b="1" i="0">
                <a:solidFill>
                  <a:srgbClr val="0B2D5B"/>
                </a:solidFill>
              </a:rPr>
              <a:t>Pipeline (per soundscape):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1. Split 60 s into 12 × 5-s windows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2. Run three independent branches on the same windows: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(b) Distilled SED 5-fold ONNX → clip + frame_max sigmoid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(c) EfficientNetV2-S trained on competition data → BCE logits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3. Convert each branch's predictions to per-class column rank-percentiles</a:t>
            </a:r>
          </a:p>
          <a:p>
            <a:pPr/>
            <a:r>
              <a:rPr sz="1600" b="0" i="0">
                <a:solidFill>
                  <a:srgbClr val="E36E21"/>
                </a:solidFill>
              </a:rPr>
              <a:t>• 4. Weighted average:  blend = 0.50·rank_perch + 0.30·rank_sed + 0.20·rank_eff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5. Post-processing stack (in order):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(a) (site, hour) prior mix at weight 0.05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(b) rank-aware scaling: multiply by file_max^0.5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(c) delta-shift smoothing: new[t] = 0.85·old[t] + 0.075·(old[t-1] + old[t+1])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6. Write 12 × 234-column rows per soundscape to submission.csv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4.1 Feature Engineering &amp; Class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 i="0">
                <a:solidFill>
                  <a:srgbClr val="0B2D5B"/>
                </a:solidFill>
              </a:rPr>
              <a:t>• Class mapping (Perch's ~10,000 vocab → 234 target classes):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Direct match by `scientific_name` join → 203 classes (87%)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Genus-level proxy (max-pool same-genus Perch logits) → 3 classes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Unmapped (insect sonotypes, no scientific name) → 28 classes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→ Unmapped classes get Perch's noise floor; EffNet covers them with learned signal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Audio augmentation for EffNet training: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mixup α=0.4 (p=0.5), random gain ±30%, polarity flip, Gaussian noise σ=0.005</a:t>
            </a:r>
          </a:p>
          <a:p>
            <a:pPr lvl="1"/>
            <a:r>
              <a:rPr sz="1500" b="0" i="0">
                <a:solidFill>
                  <a:srgbClr val="0B2D5B"/>
                </a:solidFill>
              </a:rPr>
              <a:t>— SpecAugment frequency/time masking (p=0.5)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Cross-platform checkpoint loading: shim WindowsPath → PurePosixPath before torch.load</a:t>
            </a:r>
          </a:p>
          <a:p>
            <a:pPr/>
            <a:r>
              <a:rPr sz="1700" b="0" i="0">
                <a:solidFill>
                  <a:srgbClr val="0B2D5B"/>
                </a:solidFill>
              </a:rPr>
              <a:t>• P100 GPU compatibility: install torch 2.5.1+cu118 in-kernel via nvidia-smi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4.2 Model Justification — Why Three Branches?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715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Branch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Strength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Weakness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Role in blend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Perch v2 (foundation)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203/234 classes have direct logits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Useless on 28 sonotype classes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Primary signal (weight 0.50)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Distilled SED (5 folds)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Spectrogram-local event evidence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No transfer learning from foundation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Complementary (weight 0.30)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EffNetV2-S (trained)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Covers all 234 classes weakly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Less accurate per-class than Perch on overlap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Coverage filler (weight 0.20)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 i="0">
                <a:solidFill>
                  <a:srgbClr val="0B2D5B"/>
                </a:solidFill>
              </a:rPr>
              <a:t>• Rank averaging is asymmetric — each branch contributes where it is informative; others fill in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Heterogeneous input modalities (raw waveform → Perch; mel-spec → SED &amp; EffNet) reduce correlated errors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All inputs are publicly addable per Kaggle code-comp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5.1 Leaderboard Progression — What Worked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2251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Submission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Public LB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Δ from prior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EffNetV2-S fold0 only (10 epochs)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0.856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Perch v2 ONNX only (203 + 3 + 28 unmapped)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0.835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−0.021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3-way rank-average blend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sz="1400" b="1" i="0">
                          <a:solidFill>
                            <a:srgbClr val="E36E21"/>
                          </a:solidFill>
                        </a:rPr>
                        <a:t>0.927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sz="1400" b="1" i="0">
                          <a:solidFill>
                            <a:srgbClr val="E36E21"/>
                          </a:solidFill>
                        </a:rPr>
                        <a:t>+0.092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+ (site, hour) prior weight 0.05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0.928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+0.001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+ rank-aware scaling power 0.5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0.931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+0.003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+ delta-shift smoothing α=0.15  ←  best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sz="1400" b="1" i="0">
                          <a:solidFill>
                            <a:srgbClr val="E36E21"/>
                          </a:solidFill>
                        </a:rPr>
                        <a:t>0.932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sz="1400" b="1" i="0">
                          <a:solidFill>
                            <a:srgbClr val="E36E21"/>
                          </a:solidFill>
                        </a:rPr>
                        <a:t>+0.001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 i="0">
                <a:solidFill>
                  <a:srgbClr val="0B2D5B"/>
                </a:solidFill>
              </a:rPr>
              <a:t>• Single biggest gain (+0.092) came from blending — no individual model is best on its own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Post-processing stack added a further +0.005 on top of the blend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5.2 Ablations &amp; Sensitivity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2251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Component change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LB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Phase 11 baseline (blend + prior + rank-aware + delta-shift)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0.932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kept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Tune rank-aware power 0.5 → 0.7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0.932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flat — reverted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Tune (site, hour) prior weight 0.05 → 0.10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0.932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flat — reverted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Replace delta-shift with gaussian σ=0.65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0.924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−0.008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Replace delta-shift with gaussian σ=0.30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0.928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−0.004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Per-class branch weights (Perch=0 on unmapped)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0.926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−0.002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B2D5B"/>
                          </a:solidFill>
                        </a:rPr>
                        <a:t>rejected (Section 6)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 i="0">
                <a:solidFill>
                  <a:srgbClr val="0B2D5B"/>
                </a:solidFill>
              </a:rPr>
              <a:t>• Score plateaus around 0.932 → wide ridge in hyperparameter space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Delta-shift's bounded 3-point kernel beats gaussian with comparable effective radius — sharpness is preserved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36E21"/>
                </a:solidFill>
              </a:rPr>
              <a:t>6.1 Failed Experiment — ProtoSSM Sequence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 i="0">
                <a:solidFill>
                  <a:srgbClr val="0B2D5B"/>
                </a:solidFill>
              </a:rPr>
              <a:t>• Hypothesis: bi-LSTM over Perch embeddings would capture inter-window call persistence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What we built: 2-layer bi-LSTM (hidden=256, dropout=0.3), BCE loss, 40 epochs, 66 labeled files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What happened — three failures: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(P4) In-kernel training exceeded 90-min CPU runtime — submission marked COMPLETE with no score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(P5) Pre-trained ProtoSSM v1 → blend regressed to 0.908 (−0.019). Loss saturated at 0.052 in 5 of 40 epochs (overfit)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(P6) Regularized v2 (hidden=128, dropout=0.5, val-split, early stop) → 0.909 (still −0.018 vs blend)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Why it failed: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(1) 47 effective training files — much smaller than the public 0.943 solution's pseudo-labeled corpus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(2) Trained with vanilla BCE — the public solution adds knowledge distillation from Perch logits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(3) Inserted at weight 0.20 without LB-blind validation of its actual contribution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Lesson: a sequence-model branch must (a) be trained with KD against a stronger branch, OR (b) prove validation gain before insertion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36E21"/>
                </a:solidFill>
              </a:rPr>
              <a:t>6.2 Failed Experiment — Per-Class Branch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 i="0">
                <a:solidFill>
                  <a:srgbClr val="0B2D5B"/>
                </a:solidFill>
              </a:rPr>
              <a:t>• Hypothesis: Perch outputs constant 0.5 on the 28 unmapped insect classes (pure noise) — drop its weight to 0 for those classes only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Implementation: three weight-vectors keyed by class bucket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weights        = (0.5, 0.3, 0.2)   # 203 mapped classes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unmapped_weights = (0.0, 0.5, 0.5)  # 28 sonotype classes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proxy_weights  = (0.30, 0.40, 0.30) # 3 genus-proxy classes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What happened: LB regressed 0.928 → 0.926 (−0.002)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Why it failed (counterintuitive):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Perch's constant 0.5 across all rows ties at the median rank — it's not noise in rank space, it's a stabilizer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Per-class re-weighting changed the rank denominator across classes, disrupting macro-AUC's per-class normalization</a:t>
            </a:r>
          </a:p>
          <a:p>
            <a:pPr lvl="1"/>
            <a:r>
              <a:rPr sz="1300" b="0" i="0">
                <a:solidFill>
                  <a:srgbClr val="0B2D5B"/>
                </a:solidFill>
              </a:rPr>
              <a:t>— Removing a tied baseline caused subtle relative-rank shifts that hurt rather than helped</a:t>
            </a:r>
          </a:p>
          <a:p>
            <a:pPr/>
            <a:r>
              <a:rPr sz="1500" b="0" i="0">
                <a:solidFill>
                  <a:srgbClr val="0B2D5B"/>
                </a:solidFill>
              </a:rPr>
              <a:t>• Lesson: rank averaging is robust to one branch being uninformative *only when ties are well-distributed*. Per-class weight surgery breaks normalization.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7. Conclusion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 i="0">
                <a:solidFill>
                  <a:srgbClr val="0B2D5B"/>
                </a:solidFill>
              </a:rPr>
              <a:t>• Final result: 0.932 public LB — a 0.097 jump over best single model (0.835), 0.011 below the 0.943 reference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The dominant mechanism for our score is the simple 3-way blend — sophistication of any single branch matters less than coverage diversity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Lessons (in priority order):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— 1. Validation infrastructure is the bottleneck. Without 5-fold OOF stacking, every hyperparameter is a blind LB shot. The 5/day quota cap is brutal.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— 2. Inserting a new branch into a strong blend is risky. Even a well-trained branch can hurt if it lacks KD or coverage diversity.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— 3. Surgical class-level corrections can disturb metric normalization. Rank averaging tolerates noise better than tampering.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— 4. Foundation models do most of the work. 87% of the score comes from a 1-line scientific_name join.</a:t>
            </a:r>
          </a:p>
          <a:p>
            <a:pPr/>
            <a:r>
              <a:rPr sz="1600" b="0" i="0">
                <a:solidFill>
                  <a:srgbClr val="0B2D5B"/>
                </a:solidFill>
              </a:rPr>
              <a:t>• Future work to close the 0.011 gap: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— Build OOF infrastructure → enables per-class temperature, per-taxon thresholds, blend-weight tuning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— Proper ProtoSSM with KD from Perch + mixup + focal + SWA → +0.005 to +0.010 expected</a:t>
            </a:r>
          </a:p>
          <a:p>
            <a:pPr lvl="1"/>
            <a:r>
              <a:rPr sz="1400" b="0" i="0">
                <a:solidFill>
                  <a:srgbClr val="0B2D5B"/>
                </a:solidFill>
              </a:rPr>
              <a:t>— Iterative pseudo-labeling on unlabeled train_soundscapes → +0.005 to +0.010 expected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2D5B"/>
                </a:solidFill>
              </a:rPr>
              <a:t>References &amp; 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 i="0">
                <a:solidFill>
                  <a:srgbClr val="0B2D5B"/>
                </a:solidFill>
              </a:rPr>
              <a:t>• Kaggle, 'BirdCLEF+ 2026 — Acoustic Species Identification', 2026. kaggle.com/competitions/birdclef-2026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Google Research + Cornell Lab of Ornithology — Perch v2 (foundation model)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Tucker Arrants — public distilled SED 5-fold ONNX ensemble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Rishikesh Jani — Perch ONNX export for BirdCLEF+ 2026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Mattia Angeli — public 0.943 ProtoSSM+SED notebook (architecture reference)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Vyanktesh Dwivedi — public ONNX-Perch sequence-modeling base notebook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Jaejohn — perch-meta cached embeddings (used for ProtoSSM training)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Ross Wightman — `timm` PyTorch image models library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 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Code: github.com/RamananVr/KaggleBirdClef2026</a:t>
            </a:r>
          </a:p>
          <a:p>
            <a:pPr/>
            <a:r>
              <a:rPr sz="1400" b="0" i="0">
                <a:solidFill>
                  <a:srgbClr val="0B2D5B"/>
                </a:solidFill>
              </a:rPr>
              <a:t>• Tag for the 0.927 architecture baseline:  v0.927-baseline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B66"/>
                </a:solidFill>
              </a:rPr>
              <a:t>BirdCLEF+ 2026 — Pantanal Acoustic Species 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